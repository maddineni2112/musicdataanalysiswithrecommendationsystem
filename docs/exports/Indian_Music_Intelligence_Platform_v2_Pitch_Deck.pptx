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</a:defRPr>
            </a:pPr>
            <a:r>
              <a:t>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</a:defRPr>
            </a:pPr>
            <a:r>
              <a:t>Indian Music Intelligence Platform v2.0</a:t>
            </a:r>
          </a:p>
          <a:p>
            <a:pPr>
              <a:defRPr sz="2000">
                <a:solidFill>
                  <a:srgbClr val="1F2937"/>
                </a:solidFill>
              </a:defRPr>
            </a:pPr>
            <a:r>
              <a:t>Full-stack ML, analytics, and recommendation platform for Indian music</a:t>
            </a:r>
          </a:p>
          <a:p>
            <a:pPr lvl="1">
              <a:defRPr sz="2000">
                <a:solidFill>
                  <a:srgbClr val="1F2937"/>
                </a:solidFill>
              </a:defRPr>
            </a:pPr>
            <a:r>
              <a:t>discovery.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73152"/>
          </a:xfrm>
          <a:prstGeom prst="rect">
            <a:avLst/>
          </a:prstGeom>
          <a:solidFill>
            <a:srgbClr val="1DB954"/>
          </a:solidFill>
          <a:ln>
            <a:solidFill>
              <a:srgbClr val="1DB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</a:defRPr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</a:defRPr>
            </a:pPr>
            <a:r>
              <a:t>Most music recommendation portfolio projects stop at notebook similarity</a:t>
            </a:r>
          </a:p>
          <a:p>
            <a:pPr lvl="1">
              <a:defRPr sz="2000">
                <a:solidFill>
                  <a:srgbClr val="1F2937"/>
                </a:solidFill>
              </a:defRPr>
            </a:pPr>
            <a:r>
              <a:t>demos.</a:t>
            </a:r>
          </a:p>
          <a:p>
            <a:pPr>
              <a:defRPr sz="2000">
                <a:solidFill>
                  <a:srgbClr val="1F2937"/>
                </a:solidFill>
              </a:defRPr>
            </a:pPr>
            <a:r>
              <a:t>This platform shows the larger engineering problem: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collect and normalize data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preserve lineage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infer music intelligence labels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expose dashboards and APIs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evaluate recommendations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support admin operations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present through a live portfolio experience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73152"/>
          </a:xfrm>
          <a:prstGeom prst="rect">
            <a:avLst/>
          </a:prstGeom>
          <a:solidFill>
            <a:srgbClr val="1DB954"/>
          </a:solidFill>
          <a:ln>
            <a:solidFill>
              <a:srgbClr val="1DB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</a:defRPr>
            </a:pPr>
            <a:r>
              <a:t>v1 to v2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</a:defRPr>
            </a:pPr>
            <a:r>
              <a:t>v1.0:</a:t>
            </a:r>
          </a:p>
          <a:p>
            <a:pPr>
              <a:defRPr sz="2000">
                <a:solidFill>
                  <a:srgbClr val="1F2937"/>
                </a:solidFill>
              </a:defRPr>
            </a:pPr>
            <a:r>
              <a:t>v2.0: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PySpark notebook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exploratory analysis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regression, PCA similarity, clustering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report and presentation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PostgreSQL data platform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FastAPI service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Django portfolio shell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admin data operations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explained recommendations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deployment-ready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73152"/>
          </a:xfrm>
          <a:prstGeom prst="rect">
            <a:avLst/>
          </a:prstGeom>
          <a:solidFill>
            <a:srgbClr val="1DB954"/>
          </a:solidFill>
          <a:ln>
            <a:solidFill>
              <a:srgbClr val="1DB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</a:defRPr>
            </a:pPr>
            <a:r>
              <a:t>Product Demo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</a:defRPr>
            </a:pPr>
            <a:r>
              <a:t>Demo path: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Open portfolio project card.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Launch dashboard first.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Explore language, mood, popularity, and playlist analytics.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Search songs and inspect detail pages.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Run recommender with seed track and natural-language filters.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Review model insights.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Show Admin Ops for imports, quality checks, jobs, model runs, and label overrides.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73152"/>
          </a:xfrm>
          <a:prstGeom prst="rect">
            <a:avLst/>
          </a:prstGeom>
          <a:solidFill>
            <a:srgbClr val="1DB954"/>
          </a:solidFill>
          <a:ln>
            <a:solidFill>
              <a:srgbClr val="1DB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</a:defRPr>
            </a:pPr>
            <a:r>
              <a:t>Components: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Existing portfolio project card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Django music shell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FastAPI API/ML service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PostgreSQL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Typer CLI jobs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Docker Compose local environment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Render/Railway deployment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73152"/>
          </a:xfrm>
          <a:prstGeom prst="rect">
            <a:avLst/>
          </a:prstGeom>
          <a:solidFill>
            <a:srgbClr val="1DB954"/>
          </a:solidFill>
          <a:ln>
            <a:solidFill>
              <a:srgbClr val="1DB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</a:defRPr>
            </a:pPr>
            <a:r>
              <a:t>Data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</a:defRPr>
            </a:pPr>
            <a:r>
              <a:t>Supported inputs:</a:t>
            </a:r>
          </a:p>
          <a:p>
            <a:pPr>
              <a:defRPr sz="2000">
                <a:solidFill>
                  <a:srgbClr val="1F2937"/>
                </a:solidFill>
              </a:defRPr>
            </a:pPr>
            <a:r>
              <a:t>Pipeline outputs: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CSV tracks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generic JSON tracks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public playlist-style JSON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Spotify playlist collection with credentials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normalized tracks/artists/playlists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raw snapshots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source lineage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inferred labels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quality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73152"/>
          </a:xfrm>
          <a:prstGeom prst="rect">
            <a:avLst/>
          </a:prstGeom>
          <a:solidFill>
            <a:srgbClr val="1DB954"/>
          </a:solidFill>
          <a:ln>
            <a:solidFill>
              <a:srgbClr val="1DB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</a:defRPr>
            </a:pPr>
            <a:r>
              <a:t>Indian Music Focus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</a:defRPr>
            </a:pPr>
            <a:r>
              <a:t>Initial language scope:</a:t>
            </a:r>
          </a:p>
          <a:p>
            <a:pPr>
              <a:defRPr sz="2000">
                <a:solidFill>
                  <a:srgbClr val="1F2937"/>
                </a:solidFill>
              </a:defRPr>
            </a:pPr>
            <a:r>
              <a:t>Music categories: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Hindi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Telugu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Tamil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Malayalam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Kannada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Punjabi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Bengali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Marathi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film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indie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devotional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classical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folk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pop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rap/hip-hop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73152"/>
          </a:xfrm>
          <a:prstGeom prst="rect">
            <a:avLst/>
          </a:prstGeom>
          <a:solidFill>
            <a:srgbClr val="1DB954"/>
          </a:solidFill>
          <a:ln>
            <a:solidFill>
              <a:srgbClr val="1DB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</a:defRPr>
            </a:pPr>
            <a:r>
              <a:t>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</a:defRPr>
            </a:pPr>
            <a:r>
              <a:t>Dashboard answers: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Which languages dominate?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Which moods and types appear most?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What years and playlists are represented?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How much official popularity data exists?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How much recommender coverage exists?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Where are data quality issues?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73152"/>
          </a:xfrm>
          <a:prstGeom prst="rect">
            <a:avLst/>
          </a:prstGeom>
          <a:solidFill>
            <a:srgbClr val="1DB954"/>
          </a:solidFill>
          <a:ln>
            <a:solidFill>
              <a:srgbClr val="1DB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</a:defRPr>
            </a:pPr>
            <a:r>
              <a:t>Recommender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</a:defRPr>
            </a:pPr>
            <a:r>
              <a:t>Hybrid scoring uses:</a:t>
            </a:r>
          </a:p>
          <a:p>
            <a:pPr>
              <a:defRPr sz="2000">
                <a:solidFill>
                  <a:srgbClr val="1F2937"/>
                </a:solidFill>
              </a:defRPr>
            </a:pPr>
            <a:r>
              <a:t>Every result includes: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language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mood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music type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region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release era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official popularity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diversity penalty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owner label overrides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short reasons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technical score breakdown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73152"/>
          </a:xfrm>
          <a:prstGeom prst="rect">
            <a:avLst/>
          </a:prstGeom>
          <a:solidFill>
            <a:srgbClr val="1DB954"/>
          </a:solidFill>
          <a:ln>
            <a:solidFill>
              <a:srgbClr val="1DB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</a:defRPr>
            </a:pPr>
            <a:r>
              <a:t>Model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</a:defRPr>
            </a:pPr>
            <a:r>
              <a:t>Current evaluation stores:</a:t>
            </a:r>
          </a:p>
          <a:p>
            <a:pPr>
              <a:defRPr sz="2000">
                <a:solidFill>
                  <a:srgbClr val="1F2937"/>
                </a:solidFill>
              </a:defRPr>
            </a:pPr>
            <a:r>
              <a:t>Future ML: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model run metadata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recommendation runs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recommendation results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coverage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average score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seed-exclusion pass rate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TF-IDF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sentence embeddings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pgvector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larger playlist holdout 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73152"/>
          </a:xfrm>
          <a:prstGeom prst="rect">
            <a:avLst/>
          </a:prstGeom>
          <a:solidFill>
            <a:srgbClr val="1DB954"/>
          </a:solidFill>
          <a:ln>
            <a:solidFill>
              <a:srgbClr val="1DB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</a:defRPr>
            </a:pPr>
            <a:r>
              <a:t>Admin 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</a:defRPr>
            </a:pPr>
            <a:r>
              <a:t>Owner/admin can: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import data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run quality checks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evaluate recommender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inspect job history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inspect job detail events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inspect model run metrics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apply label overrides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73152"/>
          </a:xfrm>
          <a:prstGeom prst="rect">
            <a:avLst/>
          </a:prstGeom>
          <a:solidFill>
            <a:srgbClr val="1DB954"/>
          </a:solidFill>
          <a:ln>
            <a:solidFill>
              <a:srgbClr val="1DB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</a:defRPr>
            </a:pPr>
            <a:r>
              <a:t>Backend/API Strength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</a:defRPr>
            </a:pPr>
            <a:r>
              <a:t>Technical stack: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FastAPI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SQLAlchemy 2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Alembic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PostgreSQL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Typer CLI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pytest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Docker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Django shell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Gunicorn/Uvicorn production entrypoints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73152"/>
          </a:xfrm>
          <a:prstGeom prst="rect">
            <a:avLst/>
          </a:prstGeom>
          <a:solidFill>
            <a:srgbClr val="1DB954"/>
          </a:solidFill>
          <a:ln>
            <a:solidFill>
              <a:srgbClr val="1DB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</a:defRPr>
            </a:pPr>
            <a:r>
              <a:t>Portfolio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</a:defRPr>
            </a:pPr>
            <a:r>
              <a:t>This project demonstrates: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Python backend engineering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ML/data platform thinking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data quality and lineage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practical recommendation systems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dashboard/product sense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deployment readiness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iterative v1-to-v2 project ownership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73152"/>
          </a:xfrm>
          <a:prstGeom prst="rect">
            <a:avLst/>
          </a:prstGeom>
          <a:solidFill>
            <a:srgbClr val="1DB954"/>
          </a:solidFill>
          <a:ln>
            <a:solidFill>
              <a:srgbClr val="1DB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</a:defRPr>
            </a:pPr>
            <a: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</a:defRPr>
            </a:pPr>
            <a:r>
              <a:t>Current limitations: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sample dataset is small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Spotify collection requires credentials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recommender is metadata-first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no public accounts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no audio playback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no paid LLM query parser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73152"/>
          </a:xfrm>
          <a:prstGeom prst="rect">
            <a:avLst/>
          </a:prstGeom>
          <a:solidFill>
            <a:srgbClr val="1DB954"/>
          </a:solidFill>
          <a:ln>
            <a:solidFill>
              <a:srgbClr val="1DB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</a:defRPr>
            </a:pPr>
            <a:r>
              <a:t>Planned next steps: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collect larger Indian playlist dataset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add TF-IDF and embedding similarity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improve artist network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deploy public demo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refresh screenshots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export report PDF</a:t>
            </a:r>
          </a:p>
          <a:p>
            <a:pPr>
              <a:defRPr sz="1900">
                <a:solidFill>
                  <a:srgbClr val="1F2937"/>
                </a:solidFill>
              </a:defRPr>
            </a:pPr>
            <a:r>
              <a:t>convert this deck to PPT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73152"/>
          </a:xfrm>
          <a:prstGeom prst="rect">
            <a:avLst/>
          </a:prstGeom>
          <a:solidFill>
            <a:srgbClr val="1DB954"/>
          </a:solidFill>
          <a:ln>
            <a:solidFill>
              <a:srgbClr val="1DB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